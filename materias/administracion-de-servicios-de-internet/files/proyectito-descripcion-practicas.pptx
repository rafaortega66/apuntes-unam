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1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"/>
            <a:ext cx="2011680" cy="2011680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1874519"/>
            <a:ext cx="1234440" cy="1234440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5486400"/>
            <a:ext cx="914400" cy="914400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PROYECTOS DE</a:t>
            </a:r>
            <a:br/>
            <a:r>
              <a:t>ADMINISTRACIÓN DE SERVICIOS DE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3DCF0"/>
                </a:solidFill>
                <a:latin typeface="Aptos"/>
              </a:defRPr>
            </a:pPr>
            <a:r>
              <a:t>10 propuestas de complejidad media con máquinas virtuales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6052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Objetivo: construir, configurar, probar y documentar servicios de Internet sobre sistemas operativos virtualizados.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Lineamientos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Todos los proyectos deben demostrar infraestructura funcional.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68B4"/>
                </a:solidFill>
                <a:latin typeface="Aptos"/>
              </a:defRPr>
            </a:pPr>
            <a:r>
              <a:t>Máquinas virtuales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 como mínimo; 3 o más cuando la arquitectura lo requiera.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5B4CD"/>
                </a:solidFill>
                <a:latin typeface="Aptos"/>
              </a:defRPr>
            </a:pPr>
            <a:r>
              <a:t>Sistema operativo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Ubuntu Server recomendado + Windows/Linux como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9771"/>
                </a:solidFill>
                <a:latin typeface="Aptos"/>
              </a:defRPr>
            </a:pPr>
            <a: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8483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Red interna, IPs documentadas y conectividad comprobable.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8F34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Mínimo 3 servicios o componentes relacionados con el proyecto.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03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F4C4C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1655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Usuarios, permisos, firewall y buenas prácticas básicas.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03320"/>
            <a:ext cx="33832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68B4"/>
                </a:solidFill>
                <a:latin typeface="Aptos"/>
              </a:defRPr>
            </a:pPr>
            <a:r>
              <a:t>Evidencias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16552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Capturas, pruebas técnicas, documento y video de 8–12 min.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1. Intranet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requiere una intranet interna para que sus empleados consulten información de diferentes departamentos mediante nombres de dominio internos.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 VMs</a:t>
            </a:r>
            <a:br/>
            <a:r>
              <a:t>VM1: Ubuntu Server · VM2: Windows o Ubuntu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DNS y un dominio interno.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Instalar y configurar Apache.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Virtual Hosts para tres áreas.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HTTPS y autenticación en un sitio.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Documentar IPs, hosts y archivos de configuración.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Demostrar desde el cliente el acceso a:</a:t>
            </a:r>
            <a:br/>
            <a:r>
              <a:t>www.empresa.local</a:t>
            </a:r>
            <a:br/>
            <a:r>
              <a:t>ventas.empresa.local</a:t>
            </a:r>
            <a:br/>
            <a:r>
              <a:t>soporte.empresa.local</a:t>
            </a:r>
            <a:br/>
            <a:br/>
            <a:r>
              <a:t>Comprobar también HTTPS y el acceso protegido.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668B4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2. Servidor de correo electrónico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B4CD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necesita un sistema de correo interno para facilitar la comunicación entre sus empleados. El equipo implementará el servidor y varias cuentas.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B4CD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 VMs</a:t>
            </a:r>
            <a:br/>
            <a:r>
              <a:t>VM1: Ubuntu Server · VM2: Cliente de correo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DNS para el dominio de correo.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SMTP.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POP3 o IMAP.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usuarios y configurar autenticación.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cifrado cuando sea posible.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Crear cuentas como:</a:t>
            </a:r>
            <a:br/>
            <a:r>
              <a:t>juan@empresa.local</a:t>
            </a:r>
            <a:br/>
            <a:r>
              <a:t>ana@empresa.local</a:t>
            </a:r>
            <a:br/>
            <a:r>
              <a:t>soporte@empresa.local</a:t>
            </a:r>
            <a:br/>
            <a:br/>
            <a:r>
              <a:t>Enviar y recibir mensajes entre dos cuentas y presentar evidencia.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5B4CD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3. Servidor de acceso remoto seguro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9771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organización necesita que su personal de sistemas pueda administrar servidores remotamente. Se implementará SSH con autenticación y transferencia segura.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9771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 VMs</a:t>
            </a:r>
            <a:br/>
            <a:r>
              <a:t>VM1: Ubuntu Server · VM2: Cliente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Instalar y configurar SSH.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usuarios, grupos y permisos.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autenticación mediante claves.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SFTP.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Aplicar medidas básicas de seguridad al acceso remoto.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Demostrar:</a:t>
            </a:r>
            <a:br/>
            <a:r>
              <a:t>ssh administrador@servidor</a:t>
            </a:r>
            <a:br/>
            <a:br/>
            <a:r>
              <a:t>Después realizar una transferencia mediante SFTP y comprobar que los permisos son diferentes para administrador, soporte y usuario.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F9771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4. Servidor de archivos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8F34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necesita centralizar documentos y controlar qué departamentos pueden acceder a cada carpeta. Se utilizarán servicios de archivos multiplataforma.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8F34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3 VMs</a:t>
            </a:r>
            <a:br/>
            <a:r>
              <a:t>VM1: Servidor · VM2: Linux · VM3: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Samba.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NFS.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usuarios y grupos por departamento.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Definir permisos de lectura/escritura.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carpetas para Administración, Ventas, Sistemas y Público.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Acceder desde Windows y Linux.</a:t>
            </a:r>
            <a:br/>
            <a:br/>
            <a:r>
              <a:t>Comprobar que cada grupo puede entrar únicamente a las carpetas autorizadas y demostrar al menos un acceso permitido y uno rechazado.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88F34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5. Servidor web con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necesita publicar una aplicación web sencilla para administrar información de empleados. La aplicación deberá comunicarse con un servidor de base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2–3 VMs</a:t>
            </a:r>
            <a:br/>
            <a:r>
              <a:t>Web + BD + Cliente (opcional separado)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Apache.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PHP.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Instalar MySQL/MariaDB.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DNS y HTTPS.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una aplicación CRUD de empleados.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Flujo esperado:</a:t>
            </a:r>
            <a:br/>
            <a:r>
              <a:t>Cliente → Apache/PHP → MySQL</a:t>
            </a:r>
            <a:br/>
            <a:br/>
            <a:r>
              <a:t>Demostrar alta, consulta, modificación y eliminación de registros y comprobar los datos en la BD.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668B4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6. Servidor web con balanceo de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F4C4C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organización desea mejorar la disponibilidad de su sitio web mediante dos servidores web y un equipo que distribuya las peticiones.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F4C4C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3 VMs</a:t>
            </a:r>
            <a:br/>
            <a:r>
              <a:t>VM1: Balanceador · VM2: WEB1 · VM3: WEB2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el balanceador o proxy.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Instalar Apache en WEB1 y WEB2.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DNS.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Publicar contenido identificable en cada servidor.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C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Probar la disponibilidad ante una falla.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Primero demostrar el acceso a través del balanceador.</a:t>
            </a:r>
            <a:br/>
            <a:br/>
            <a:r>
              <a:t>Después apagar WEB1 y comprobar que el sitio continúa disponible mediante WEB2.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F4C4C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7. Infraestructura de servicios para una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B4CD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institución educativa necesita servicios de red para alumnos, profesores y administración. El equipo diseñará una pequeña infraestructura integrada.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B4CD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3–4 VMs</a:t>
            </a:r>
            <a:br/>
            <a:r>
              <a:t>DNS/DHCP · Web · Archivos ·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DHCP para asignación automática.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DNS para escuela.local.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Publicar un sitio web institucional.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Samba para archivos.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35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Permitir administración mediante SSH.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El cliente deberá obtener IP automáticamente, resolver nombres, acceder al sitio web, utilizar archivos compartidos y conectarse al servidor por SSH.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5B4CD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8. Servidor web seguro 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9771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cuenta con un sitio HTTP y necesita proteger la comunicación. El equipo deberá implementar HTTPS, certificado y autenticación para una zona privada.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9771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 VMs</a:t>
            </a:r>
            <a:br/>
            <a:r>
              <a:t>VM1: Ubuntu Server · VM2: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Apache.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Virtual Host.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SSL/TLS y certificado.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Redirigir HTTP hacia HTTPS.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2F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Proteger una sección mediante autenticación.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Demostrar:</a:t>
            </a:r>
            <a:br/>
            <a:r>
              <a:t>http://empresa.local → https://empresa.local</a:t>
            </a:r>
            <a:br/>
            <a:br/>
            <a:r>
              <a:t>Mostrar el certificado y acceder a una zona privada con usuario y contraseña.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F9771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9. Servidor de archivos + acceso remoto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8F34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empresa necesita compartir archivos internamente y, al mismo tiempo, permitir que el personal de sistemas administre el servidor de forma remota.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8F34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3 VMs</a:t>
            </a:r>
            <a:br/>
            <a:r>
              <a:t>Servidor · Cliente Linux · Cliente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Samba y NFS.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SSH y SFTP.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usuarios y grupos.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Aplicar permisos por departamento.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E8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Documentar accesos desde Windows y Linux.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Demostrar acceso a carpetas compartidas, restricciones de permisos, conexión SSH y transferencia de archivos mediante SFTP.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88F34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4"/>
                </a:solidFill>
                <a:latin typeface="Aptos Display"/>
              </a:defRPr>
            </a:pPr>
            <a:r>
              <a:t>Práctica 10. Servidor Proxy y control de acceso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Proyecto de complejidad media · Administración de Servicios de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720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DESCRIPCIÓN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Una organización desea controlar el acceso web de sus empleados. El equipo implementará un proxy para aplicar políticas, autenticación y registro de accesos.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40233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536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68B4"/>
                </a:solidFill>
                <a:latin typeface="Aptos"/>
              </a:defRPr>
            </a:pPr>
            <a:r>
              <a:t>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019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2–3 VMs</a:t>
            </a:r>
            <a:br/>
            <a:r>
              <a:t>VM1: Proxy · VM2/3: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034"/>
                </a:solidFill>
                <a:latin typeface="Aptos"/>
              </a:defRPr>
            </a:pPr>
            <a:r>
              <a:t>EL PROYECTO DEBERÁ INCLUIR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511296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Instalar y configurar un proxy HTTP.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023359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Configurar clientes para utilizar el proxy.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35424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988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Crear reglas de acceso.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47488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109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Implementar autenticación.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559552"/>
            <a:ext cx="146304" cy="146304"/>
          </a:xfrm>
          <a:prstGeom prst="ellipse">
            <a:avLst/>
          </a:prstGeom>
          <a:solidFill>
            <a:srgbClr val="2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F2937"/>
                </a:solidFill>
                <a:latin typeface="Aptos"/>
              </a:defRPr>
            </a:pPr>
            <a:r>
              <a:t>Consultar y explicar los registros de acceso.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063240"/>
            <a:ext cx="5212080" cy="2606040"/>
          </a:xfrm>
          <a:prstGeom prst="roundRect">
            <a:avLst/>
          </a:prstGeom>
          <a:solidFill>
            <a:srgbClr val="F2F6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034"/>
                </a:solidFill>
                <a:latin typeface="Aptos"/>
              </a:defRPr>
            </a:pPr>
            <a:r>
              <a:t>DEMOSTRACIÓN / EVIDENCIA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0332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F2937"/>
                </a:solidFill>
                <a:latin typeface="Aptos"/>
              </a:defRPr>
            </a:pPr>
            <a:r>
              <a:t>Crear sitios permitidos y bloqueados.</a:t>
            </a:r>
            <a:br/>
            <a:br/>
            <a:r>
              <a:t>Demostrar desde el cliente qué solicitudes son autorizadas y cuáles rechazadas, y localizar esas solicitudes en los logs.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668B4"/>
                </a:solidFill>
                <a:latin typeface="Aptos"/>
              </a:defRPr>
            </a:pPr>
            <a:r>
              <a:t>La prueba debe realizarse desde un cliente.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Recomendación para el proyecto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332720" cy="1188720"/>
          </a:xfrm>
          <a:prstGeom prst="roundRect">
            <a:avLst/>
          </a:prstGeom>
          <a:solidFill>
            <a:srgbClr val="1F344D"/>
          </a:solidFill>
          <a:ln>
            <a:solidFill>
              <a:srgbClr val="CF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F4C4C"/>
                </a:solidFill>
                <a:latin typeface="Aptos"/>
              </a:defRPr>
            </a:pPr>
            <a:r>
              <a:t>🥇 Balanceo de carga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91639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3 VMs · Proxy/balanceador + 2 servidores WEB</a:t>
            </a:r>
            <a:br/>
            <a:r>
              <a:t>Excelente para evaluar disponibilidad y tolerancia a fallas.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10332720" cy="1188720"/>
          </a:xfrm>
          <a:prstGeom prst="roundRect">
            <a:avLst/>
          </a:prstGeom>
          <a:solidFill>
            <a:srgbClr val="1F344D"/>
          </a:solidFill>
          <a:ln>
            <a:solidFill>
              <a:srgbClr val="35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B4CD"/>
                </a:solidFill>
                <a:latin typeface="Aptos"/>
              </a:defRPr>
            </a:pPr>
            <a:r>
              <a:t>🥈 Infraestructura escolar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20040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3–4 VMs · DHCP + DNS + Web + Samba + SSH</a:t>
            </a:r>
            <a:br/>
            <a:r>
              <a:t>Integra varios módulos de la materia en un escenario realista.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79"/>
            <a:ext cx="10332720" cy="1188720"/>
          </a:xfrm>
          <a:prstGeom prst="roundRect">
            <a:avLst/>
          </a:prstGeom>
          <a:solidFill>
            <a:srgbClr val="1F344D"/>
          </a:solidFill>
          <a:ln>
            <a:solidFill>
              <a:srgbClr val="2F9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9771"/>
                </a:solidFill>
                <a:latin typeface="Aptos"/>
              </a:defRPr>
            </a:pPr>
            <a:r>
              <a:t>🥉 Proxy y control de acceso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4709159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2–3 VMs · Proxy + autenticación + reglas + logs</a:t>
            </a:r>
            <a:br/>
            <a:r>
              <a:t>Muy bueno para administración, control y seguridad.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DCF0"/>
                </a:solidFill>
                <a:latin typeface="Aptos"/>
              </a:defRPr>
            </a:pPr>
            <a:r>
              <a:t>Regla clave: no basta con instalar. El equipo debe explicar, demostrar, probar y documentar.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1513</Words>
  <Application>Microsoft Office PowerPoint</Application>
  <PresentationFormat>Panorámica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Angel Calvillo Perez</cp:lastModifiedBy>
  <cp:revision>2</cp:revision>
  <dcterms:created xsi:type="dcterms:W3CDTF">2013-01-27T09:14:16Z</dcterms:created>
  <dcterms:modified xsi:type="dcterms:W3CDTF">2026-09-09T17:18:33Z</dcterms:modified>
  <cp:category/>
</cp:coreProperties>
</file>